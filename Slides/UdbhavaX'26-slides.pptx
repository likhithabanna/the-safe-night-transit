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17043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9728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Safe-Night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31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  <a:latin typeface="Calibri"/>
              </a:rPr>
              <a:t>Safety-First On-Demand Campus Shuttle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108960"/>
            <a:ext cx="7315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6E0"/>
                </a:solidFill>
                <a:latin typeface="Calibri"/>
              </a:rPr>
              <a:t>Protecting students on campus — before, during, and after every ride.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06240"/>
            <a:ext cx="2651760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0" y="4206240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OTP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Calibri"/>
              </a:rPr>
              <a:t>Boarding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206240"/>
            <a:ext cx="2651760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0" y="4206240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Live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Calibri"/>
              </a:rPr>
              <a:t>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4206240"/>
            <a:ext cx="2651760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4206240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4279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Panic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Calibri"/>
              </a:rPr>
              <a:t>Button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377440" cy="365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Why Campus Night Travel is Dangerous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  <a:latin typeface="Calibri"/>
              </a:rPr>
              <a:t>Students face real risks when moving across campus after dark with no safe, verified transport.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🚶 No Safe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Students walk alone at night with no supervised shuttle option.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94560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2194560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📵 No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No real-time visibility for admin or parents on student location.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39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520439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🆘 No Emergency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233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No panic button or instant alert system during rides.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520439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3520439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🔓 Unverified 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233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Anyone can board — no identity check, no OTP verification.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937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📍 Route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Drivers can deviate from planned routes undetected.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846320"/>
            <a:ext cx="5486400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0" y="4846320"/>
            <a:ext cx="109728" cy="1143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4937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  <a:latin typeface="Calibri"/>
              </a:rPr>
              <a:t>📋 No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No ride records, no feedback, no trust scoring for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6032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Safe-Night Transit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566160" cy="4389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5661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🔐 Safe zone validation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🎟 OTP generation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📞 Emergency contact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3566160" cy="4389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1691640"/>
            <a:ext cx="35661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📍 Route deviation detection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🚨 Panic button + camera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⭐ Live safety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356616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71907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✅ Mandatory arrival confirm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⭐ Driver feedback &amp; rating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CD6E0"/>
                </a:solidFill>
                <a:latin typeface="Calibri"/>
              </a:rPr>
              <a:t>📋 Ride record stored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743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SYSTEM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Three Role-Based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D6E0"/>
                </a:solidFill>
                <a:latin typeface="Calibri"/>
              </a:rPr>
              <a:t>Flask backend powers three distinct interfaces — student, driver, and admin.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5661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19" y="1920240"/>
            <a:ext cx="10058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19" y="1920240"/>
            <a:ext cx="100584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D8"/>
                </a:solidFill>
                <a:latin typeface="Calibri"/>
              </a:rPr>
              <a:t>Student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Request ride (pickup → drop)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View OTP &amp; Ride ID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Panic button during ride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Confirm safe arrival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Rate and review driver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103120"/>
            <a:ext cx="35661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532120" y="1920240"/>
            <a:ext cx="10058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32120" y="1920240"/>
            <a:ext cx="100584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alibri"/>
              </a:rPr>
              <a:t>Driver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6616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Start / end shift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Verify OTP to board student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Mark ride as dropped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Update van location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View assigned ride 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5661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20" y="1920240"/>
            <a:ext cx="100584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18320" y="1920240"/>
            <a:ext cx="1005840" cy="10058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1901952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175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D600"/>
                </a:solidFill>
                <a:latin typeface="Calibri"/>
              </a:rPr>
              <a:t>Admin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56616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Live van &amp; student tracking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Safety score monitoring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Camera activation control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Route deviation alerts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CD6E0"/>
                </a:solidFill>
                <a:latin typeface="Calibri"/>
              </a:rPr>
              <a:t>• Panic alert 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60320" cy="3657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Makes Safe-Night Transit 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🔢 OTP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4-digit OTP matched server-side for every boarding.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91640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7647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🚌 Smart Pooling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671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Nearest-neighbor heuristic pools students into closest available van.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62072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862072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9352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📍 Route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Admin alerted + camera auto-activates on route deviation.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62072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2862072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29352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🚨 Panic Button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One-tap emergency; score penalized −20, camera activates.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32504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4032504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105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⭐ Safety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079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Live 0–100 score: 100 − (20×panics) − (15×deviations).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032504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4032504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1056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📷 Camera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079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Activated ONLY on: panic, deviation, or manual admin trigger.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02936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5202936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276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⏳ Waitlist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678423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Auto-assigns waitlisted students when a van starts new shift.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202936"/>
            <a:ext cx="5532120" cy="10515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5040" y="5202936"/>
            <a:ext cx="109728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52760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  <a:latin typeface="Calibri"/>
              </a:rPr>
              <a:t>✅ Arrival 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678423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  <a:latin typeface="Calibri"/>
              </a:rPr>
              <a:t>Students must confirm safe arrival; silence triggers admin alert.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60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 With Modern, Lightweight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73736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65376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Backend framework for REST API, routing, and in-memory state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73736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1901952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865376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Jinja2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267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HTML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Dynamic HTML rendering for student, driver, and admin portals.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7304" y="173736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30183" y="1901952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3" y="1865376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CSS3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2677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Night Theme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697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Dark-mode design with responsive layouts and smooth interactions.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050791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01421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Vanilla 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416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Frontend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Polling, form handling, OTP display, and panic button events.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2" y="388620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416552" y="4050791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16552" y="401421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12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Python Math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9512" y="4416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Algorithms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4846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Nearest-neighbor pooling, distance matrix, ETA calculation.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47304" y="3886200"/>
            <a:ext cx="370332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30183" y="4050791"/>
            <a:ext cx="6858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0183" y="401421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4069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In-Memory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4416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  <a:latin typeface="Calibri"/>
              </a:rPr>
              <a:t>Data 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3" y="484632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Calibri"/>
              </a:rPr>
              <a:t>Fast dict-based state — designed for future DB migration.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6032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Demo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79" y="2039112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020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Admin checks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2 pre-seeded students in Van Alpha. Safety score: 100/100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9164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39112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0208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180136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Driver starts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22402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Select Van Alpha → Start Shift → Verify OTP 7391 →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79" y="3547872"/>
            <a:ext cx="50292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79" y="3529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101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Student requests 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39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Fill form: Lab Complex → Girls Hostel → Receive Ride ID + OTP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20040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547872"/>
            <a:ext cx="5029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3529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33101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Panic button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3749039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Student taps PANIC → Admin gets alert → Camera auto-activates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79" y="5056632"/>
            <a:ext cx="502920" cy="5029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50383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8188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Route deviation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578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Driver moves off-route → Deviation alert + camera activates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709160"/>
            <a:ext cx="5486400" cy="1371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2200" y="5056632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0" y="50383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79" y="48188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Safe arrival 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52578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Driver drops → Student confirms → Rating submitted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92608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63440" y="1801368"/>
            <a:ext cx="96012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801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🔌 WebSockets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Replace polling with true real-time updates for live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691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691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24159" y="1801368"/>
            <a:ext cx="96012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05872" y="1801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📱 Mobile PWA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21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Responsive Progressive Web App for on-the-go access.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834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944368"/>
            <a:ext cx="9601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2944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💬 SMS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64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Twilio integration to notify emergency contacts via SMS.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834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2834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424159" y="2944368"/>
            <a:ext cx="9601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05872" y="2944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926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🗺 Real Campus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364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GeoJSON campus overlay with live van markers.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7639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3977639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4087368"/>
            <a:ext cx="960120" cy="2926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4087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69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🤖 ML 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Machine learning to flag unusual route patterns.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977639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3977639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424159" y="4087368"/>
            <a:ext cx="960120" cy="2926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05872" y="4087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069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🗄 Persistent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507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PostgreSQL / SQLite for permanent ride records.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20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5120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63440" y="5230368"/>
            <a:ext cx="960120" cy="29260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45152" y="5230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212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🔐 Admin MFA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650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Multi-factor authentication for admin portal security.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5120640"/>
            <a:ext cx="5486400" cy="102412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035040" y="5120640"/>
            <a:ext cx="109728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424159" y="5230368"/>
            <a:ext cx="960120" cy="2926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05872" y="5230368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521207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  <a:latin typeface="Calibri"/>
              </a:rPr>
              <a:t>📷 QR 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6509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Calibri"/>
              </a:rPr>
              <a:t>QR code scan to replace OTP for faster boarding.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23774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60857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🛡 Safe-Night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0E0EF"/>
                </a:solidFill>
                <a:latin typeface="Calibri"/>
              </a:rPr>
              <a:t>Because Every Student Deserves to Arrive Safely.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2 Vans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  <a:latin typeface="Calibri"/>
              </a:rPr>
              <a:t>Pre-configured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10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  <a:latin typeface="Calibri"/>
              </a:rPr>
              <a:t>Campus stops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100/100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  <a:latin typeface="Calibri"/>
              </a:rPr>
              <a:t>Safety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Calibri"/>
              </a:rPr>
              <a:t>4-Digit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3108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  <a:latin typeface="Calibri"/>
              </a:rPr>
              <a:t>Boarding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745</Words>
  <Application>Microsoft Office PowerPoint</Application>
  <PresentationFormat>Custom</PresentationFormat>
  <Paragraphs>166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sirigourishetty@outlook.com</cp:lastModifiedBy>
  <cp:revision>2</cp:revision>
  <dcterms:created xsi:type="dcterms:W3CDTF">2013-01-27T09:14:16Z</dcterms:created>
  <dcterms:modified xsi:type="dcterms:W3CDTF">2026-04-06T11:08:21Z</dcterms:modified>
  <cp:category/>
</cp:coreProperties>
</file>